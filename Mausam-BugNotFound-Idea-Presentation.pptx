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408" y="5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r>
              <a:rPr b="1">
                <a:latin typeface="Times New Roman"/>
              </a:rPr>
              <a:t>IDEA PRESENTATION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4419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sz="2200" b="1" dirty="0">
                <a:latin typeface="Arial"/>
              </a:rPr>
              <a:t>Problem Statement ID  :  26076</a:t>
            </a:r>
            <a:endParaRPr lang="en-US" dirty="0"/>
          </a:p>
          <a:p>
            <a:pPr>
              <a:spcAft>
                <a:spcPts val="1000"/>
              </a:spcAft>
            </a:pPr>
            <a:r>
              <a:rPr sz="2200" b="1" dirty="0">
                <a:latin typeface="Arial"/>
              </a:rPr>
              <a:t>Problem Statement Title  :  Development of Personalized Homepage for 'Mausam' Mobile Application</a:t>
            </a:r>
          </a:p>
          <a:p>
            <a:pPr>
              <a:spcAft>
                <a:spcPts val="1000"/>
              </a:spcAft>
            </a:pPr>
            <a:r>
              <a:rPr sz="2200" b="1" dirty="0">
                <a:latin typeface="Arial"/>
              </a:rPr>
              <a:t>Theme  :  Smart Automation</a:t>
            </a:r>
          </a:p>
          <a:p>
            <a:pPr>
              <a:spcAft>
                <a:spcPts val="1000"/>
              </a:spcAft>
            </a:pPr>
            <a:r>
              <a:rPr sz="2200" b="1" dirty="0">
                <a:latin typeface="Arial"/>
              </a:rPr>
              <a:t>PS Category  :  Software</a:t>
            </a:r>
          </a:p>
          <a:p>
            <a:pPr>
              <a:spcAft>
                <a:spcPts val="1000"/>
              </a:spcAft>
            </a:pPr>
            <a:r>
              <a:rPr sz="2200" b="1" dirty="0">
                <a:latin typeface="Arial"/>
              </a:rPr>
              <a:t>Team ID  : </a:t>
            </a:r>
          </a:p>
          <a:p>
            <a:pPr>
              <a:spcAft>
                <a:spcPts val="1000"/>
              </a:spcAft>
            </a:pPr>
            <a:r>
              <a:rPr sz="2200" b="1" dirty="0">
                <a:latin typeface="Arial"/>
              </a:rPr>
              <a:t>Team Name  :  </a:t>
            </a:r>
            <a:r>
              <a:rPr sz="2200" b="1" dirty="0" err="1">
                <a:latin typeface="Arial"/>
              </a:rPr>
              <a:t>BugNotFound</a:t>
            </a:r>
            <a:endParaRPr sz="2200" b="1" dirty="0"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66928" y="1261872"/>
            <a:ext cx="8412480" cy="504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E66A1E"/>
                </a:solidFill>
                <a:latin typeface="Arial"/>
              </a:rPr>
              <a:t>Proposed Solution (Describe your Idea/Solution/Prototype)</a:t>
            </a:r>
            <a:endParaRPr lang="en-US"/>
          </a:p>
          <a:p>
            <a:pPr>
              <a:spcAft>
                <a:spcPts val="600"/>
              </a:spcAft>
            </a:pPr>
            <a:r>
              <a:rPr sz="1250" b="1">
                <a:solidFill>
                  <a:srgbClr val="1A1A2E"/>
                </a:solidFill>
                <a:latin typeface="Arial"/>
              </a:rPr>
              <a:t>Mausam 2.0 - a Personalized Weather Intelligence Engine on authoritative IMD / MoES data. It knows WHO / WHERE / WHAT you plan - and shows decisions, not raw data.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A1A2E"/>
                </a:solidFill>
                <a:latin typeface="Arial"/>
              </a:rPr>
              <a:t>Detailed explanation of the proposed solution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Context Engine, not widget picking: Score = Interest x Context x Urgency x Time x Location x Behaviour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'My Day' hero: weather as a timeline of decisions (6:30 Run - excellent; 5:30 commute - rain risk)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Explainable impact indices with WHY: Running, Beach, Commute, Event, Farm, Health (AQI/UV/pollen/heat)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Official IMD warnings always pinned first, separated from derived advice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Autonomous inference from time, GPS, calendar &amp; saved places - no persona picker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A1A2E"/>
                </a:solidFill>
                <a:latin typeface="Arial"/>
              </a:rPr>
              <a:t>How it addresses the problem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ONE adaptive homepage for 8 personas instead of eight separate apps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Geofenced route alerts: 'rain on your route - leave before 6:40 AM'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Health profiles tune weights (asthma -&gt; higher AQI weight)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Works on 2G, offline-first, 11 Indian languages, budget phones</a:t>
            </a:r>
          </a:p>
          <a:p>
            <a:pPr>
              <a:spcAft>
                <a:spcPts val="200"/>
              </a:spcAft>
            </a:pPr>
            <a:r>
              <a:rPr sz="1600" b="1">
                <a:solidFill>
                  <a:srgbClr val="1A1A2E"/>
                </a:solidFill>
                <a:latin typeface="Arial"/>
              </a:rPr>
              <a:t>Innovation and uniqueness of the solution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Decisions-over-Data + Trust-through-Transparency: every card explainable, source cited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- 5-layer moat: IMD authority | context engine | impact models | India-first | micro-climate + API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My Day + Health Intelligence + Activity engine - a combo no rival (AccuWeather/Windy/Carrot) has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latin typeface="Arial"/>
              </a:rPr>
              <a:t>BugNotFound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my_d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600200"/>
            <a:ext cx="288036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66928" y="1261872"/>
            <a:ext cx="5212080" cy="504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>
              <a:spcAft>
                <a:spcPts val="300"/>
              </a:spcAft>
            </a:pPr>
            <a:r>
              <a:rPr sz="1600" b="1">
                <a:solidFill>
                  <a:srgbClr val="E66A1E"/>
                </a:solidFill>
                <a:latin typeface="Arial"/>
              </a:rPr>
              <a:t>Technologies to be used (e.g. programming languages, frameworks, hardware)</a:t>
            </a:r>
            <a:endParaRPr lang="en-US"/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Arial"/>
              </a:rPr>
              <a:t>- Mobile: React Native (TypeScript · Hermes) · React Navigation (deep links) · Zustand + React Query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Arial"/>
              </a:rPr>
              <a:t>- Animations &amp; maps: Reanimated 3 + Skia decision rings &amp; staggers · MapLibre + OpenStreetMap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Arial"/>
              </a:rPr>
              <a:t>- Offline-first: WatermelonDB (SQLite) cache · MMKV + Keychain secure stores · 11-language i18n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Arial"/>
              </a:rPr>
              <a:t>- Push: Firebase FCM + Notifee geofenced severe alerts (always-on)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Arial"/>
              </a:rPr>
              <a:t>- Backend: Python 3.12 + FastAPI monolith | PostgreSQL 16 + PostGIS 3.4 + Redis 7 + Celery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Arial"/>
              </a:rPr>
              <a:t>- Infra &amp; quality: Docker-Kubernetes · GitHub Actions · Grafana · Sentry · Jest + Detox + Locust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1A1A2E"/>
                </a:solidFill>
                <a:latin typeface="Arial"/>
              </a:rPr>
              <a:t>Methodology and process for implementation (Flow Charts / Images / working prototype)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Arial"/>
              </a:rPr>
              <a:t>- Pipeline: ingest -&gt; normalize -&gt; PostGIS -&gt; impact models -&gt; personalization -&gt; alerts -&gt; mobile UI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Arial"/>
              </a:rPr>
              <a:t>- 6 services: Aggregator, User Context, Impact Models, Personalization Engine, Alert Orchestrator, Template-first NLG (LLM optional)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Arial"/>
              </a:rPr>
              <a:t>- Key APIs: GET /homepage/cards (ranked), /cards/{activity}, /briefing/daily, /ask, profile &amp; locations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Arial"/>
              </a:rPr>
              <a:t>- 30-day agile build: Foundation -&gt; Intelligence -&gt; Refinement -&gt; Polish, day-by-day sprints</a:t>
            </a:r>
          </a:p>
          <a:p>
            <a:pPr>
              <a:spcAft>
                <a:spcPts val="200"/>
              </a:spcAft>
            </a:pPr>
            <a:r>
              <a:rPr sz="1100" b="0">
                <a:solidFill>
                  <a:srgbClr val="1A1A2E"/>
                </a:solidFill>
                <a:latin typeface="Arial"/>
              </a:rPr>
              <a:t>- IMD admin dashboard: provider status, alert map, publish warnings (gov-tech credibility)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latin typeface="Arial"/>
              </a:rPr>
              <a:t>BugNotFound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1600200"/>
            <a:ext cx="603504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66928" y="1261872"/>
            <a:ext cx="8412480" cy="504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66A1E"/>
                </a:solidFill>
                <a:latin typeface="Arial"/>
              </a:rPr>
              <a:t>Analysis of the feasibility of the idea</a:t>
            </a:r>
            <a:endParaRPr lang="en-US"/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Core data is FREE &amp; public (IMD, CPCB, INCOIS); provider abstraction + mocks = resilient to API changes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Proven low-cost stack; MVP shippable in the hackathon window; modular monolith scales to national load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Offline-first + 2G/low-bandwidth; works on low-end devices and in 11 languages (DPDP-compliant consent)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1A1A2E"/>
                </a:solidFill>
                <a:latin typeface="Arial"/>
              </a:rPr>
              <a:t>Potential challenges and risks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IMD API changes / downtime / licensing (Med - High)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Data inaccuracy &amp; provenance (Med - High)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Established-app competition - AccuWeather, Windy, Carrot (High - Med)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Low-end device performance (Med)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Privacy of location &amp; health data (Low - High)</a:t>
            </a:r>
          </a:p>
          <a:p>
            <a:pPr>
              <a:spcAft>
                <a:spcPts val="3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Agronomic / safety-claim liability (Med)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1A1A2E"/>
                </a:solidFill>
                <a:latin typeface="Arial"/>
              </a:rPr>
              <a:t>Strategies for overcoming these challenges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Fallback chain + confidence scoring + provenance display; verify IMD licensing during SIH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Relevance-ranked, de-duplicated alerts + quiet hours (22:00-06:00); Priority = Severity x Location x Activity x Time x Pref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Performance budget, lazy loading, offline-first; local processing + transparent consent, export &amp; delete (DPDP)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latin typeface="Arial"/>
              </a:rPr>
              <a:t>BugNotFound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66928" y="1261872"/>
            <a:ext cx="8412480" cy="504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66A1E"/>
                </a:solidFill>
                <a:latin typeface="Arial"/>
              </a:rPr>
              <a:t>Potential impact on the target audience</a:t>
            </a:r>
            <a:endParaRPr lang="en-US"/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Serves all 1.4 billion Indians across 8 personas: health-sensitive, parents, farmers, travellers, commuters, event planners, beach &amp; fitness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Personalized disaster early-warning at national scale; safer commutes; better health decisions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Month-1 targets: 10K downloads, 4.5+ rating, day-7 retention 40%</a:t>
            </a:r>
          </a:p>
          <a:p>
            <a:pPr>
              <a:spcAft>
                <a:spcPts val="300"/>
              </a:spcAft>
            </a:pPr>
            <a:r>
              <a:rPr sz="1600" b="1">
                <a:solidFill>
                  <a:srgbClr val="1A1A2E"/>
                </a:solidFill>
                <a:latin typeface="Arial"/>
              </a:rPr>
              <a:t>Benefits of the solution (social, economic, environmental, etc.)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Social - public safety and trust through transparent, explainable IMD-backed warnings; accessibility + 11 languages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Economic - farmers protect crops; B2B Weather Impact API (logistics, insurance, agritech, events); commuters &amp; planners avoid losses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Environmental - hyper-local climate awareness; crowdsourced micro-climate research as data moat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E66A1E"/>
                </a:solidFill>
                <a:latin typeface="Arial"/>
              </a:rPr>
              <a:t>Time to impact: usable MVP in weeks; IMD pilot in 2-3 high-variability states; national-scale ready in a quarter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latin typeface="Arial"/>
              </a:rPr>
              <a:t>BugNotFound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7411" name="Picture 17410" descr="impac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1600200"/>
            <a:ext cx="288036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66928" y="1261872"/>
            <a:ext cx="8412480" cy="5047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E66A1E"/>
                </a:solidFill>
                <a:latin typeface="Arial"/>
              </a:rPr>
              <a:t>Details / Links of the reference and research work</a:t>
            </a:r>
            <a:endParaRPr lang="en-US"/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IMD (official weather &amp; warnings):  https://mausam.imd.gov.in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CPCB National Air Quality Index:  https://airquality.cpcb.gov.in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INCOIS Ocean State Forecast (tides / waves / SST):  https://incois.gov.in/portal/osf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ISRO Bhuvan (geospatial + soil moisture):  https://bhuvan.nrsc.gov.in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Govt Open Data Platform:  https://data.gov.in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Open-Meteo (fallback: pollen / UV / AQI):  https://open-meteo.com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DPDP Act (data protection &amp; consent):  https://www.meity.gov.in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Competitive research: AccuWeather, Weather.com, Windy, IMD Mausam, Carrot Weather - gap: no activity-aware India-first personalization</a:t>
            </a:r>
          </a:p>
          <a:p>
            <a:pPr>
              <a:spcAft>
                <a:spcPts val="500"/>
              </a:spcAft>
            </a:pPr>
            <a:r>
              <a:rPr sz="1200" b="0">
                <a:solidFill>
                  <a:srgbClr val="1A1A2E"/>
                </a:solidFill>
                <a:latin typeface="Arial"/>
              </a:rPr>
              <a:t>- SIH 2026 PS 26076 - MoES / IMD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1200" b="1">
                <a:latin typeface="Arial"/>
              </a:rPr>
              <a:t>BugNotFound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7769</TotalTime>
  <Words>1080</Words>
  <Application>Microsoft Office PowerPoint</Application>
  <PresentationFormat>Widescreen</PresentationFormat>
  <Paragraphs>92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Shivam Kumar</cp:lastModifiedBy>
  <cp:revision>149</cp:revision>
  <cp:lastPrinted>2026-09-02T04:27:45Z</cp:lastPrinted>
  <dcterms:created xsi:type="dcterms:W3CDTF">2013-12-12T18:46:50Z</dcterms:created>
  <dcterms:modified xsi:type="dcterms:W3CDTF">2026-09-02T09:07:43Z</dcterms:modified>
  <cp:category/>
</cp:coreProperties>
</file>